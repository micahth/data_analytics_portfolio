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9"/>
  </p:notesMasterIdLst>
  <p:sldIdLst>
    <p:sldId id="2767" r:id="rId5"/>
    <p:sldId id="259" r:id="rId6"/>
    <p:sldId id="257" r:id="rId7"/>
    <p:sldId id="261" r:id="rId8"/>
    <p:sldId id="2768" r:id="rId9"/>
    <p:sldId id="2769" r:id="rId10"/>
    <p:sldId id="2774" r:id="rId11"/>
    <p:sldId id="2775" r:id="rId12"/>
    <p:sldId id="2770" r:id="rId13"/>
    <p:sldId id="269" r:id="rId14"/>
    <p:sldId id="2776" r:id="rId15"/>
    <p:sldId id="2771" r:id="rId16"/>
    <p:sldId id="2772" r:id="rId17"/>
    <p:sldId id="27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D8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E6B767-0728-4627-82D6-BE07989E7AAF}" v="7" dt="2026-03-27T19:19:47.4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95"/>
  </p:normalViewPr>
  <p:slideViewPr>
    <p:cSldViewPr snapToGrid="0">
      <p:cViewPr>
        <p:scale>
          <a:sx n="66" d="100"/>
          <a:sy n="66" d="100"/>
        </p:scale>
        <p:origin x="1282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ah holmquist" userId="8abbb35cbb08966a" providerId="LiveId" clId="{30BAEA72-7BCF-4295-AC4E-A8DAF536241B}"/>
    <pc:docChg chg="undo custSel addSld delSld modSld sldOrd">
      <pc:chgData name="micah holmquist" userId="8abbb35cbb08966a" providerId="LiveId" clId="{30BAEA72-7BCF-4295-AC4E-A8DAF536241B}" dt="2026-03-27T19:23:12.747" v="1248" actId="20577"/>
      <pc:docMkLst>
        <pc:docMk/>
      </pc:docMkLst>
      <pc:sldChg chg="delSp mod">
        <pc:chgData name="micah holmquist" userId="8abbb35cbb08966a" providerId="LiveId" clId="{30BAEA72-7BCF-4295-AC4E-A8DAF536241B}" dt="2026-03-27T18:25:23.907" v="388" actId="21"/>
        <pc:sldMkLst>
          <pc:docMk/>
          <pc:sldMk cId="4216523365" sldId="257"/>
        </pc:sldMkLst>
        <pc:spChg chg="del">
          <ac:chgData name="micah holmquist" userId="8abbb35cbb08966a" providerId="LiveId" clId="{30BAEA72-7BCF-4295-AC4E-A8DAF536241B}" dt="2026-03-27T18:25:17.307" v="387" actId="21"/>
          <ac:spMkLst>
            <pc:docMk/>
            <pc:sldMk cId="4216523365" sldId="257"/>
            <ac:spMk id="4" creationId="{24E602D5-209F-C183-95CC-735D34DC9419}"/>
          </ac:spMkLst>
        </pc:spChg>
        <pc:spChg chg="del">
          <ac:chgData name="micah holmquist" userId="8abbb35cbb08966a" providerId="LiveId" clId="{30BAEA72-7BCF-4295-AC4E-A8DAF536241B}" dt="2026-03-27T18:25:23.907" v="388" actId="21"/>
          <ac:spMkLst>
            <pc:docMk/>
            <pc:sldMk cId="4216523365" sldId="257"/>
            <ac:spMk id="5" creationId="{1998326A-C836-F80E-4EAB-FB475085E38E}"/>
          </ac:spMkLst>
        </pc:spChg>
      </pc:sldChg>
      <pc:sldChg chg="delSp modSp mod">
        <pc:chgData name="micah holmquist" userId="8abbb35cbb08966a" providerId="LiveId" clId="{30BAEA72-7BCF-4295-AC4E-A8DAF536241B}" dt="2026-03-27T18:25:08.807" v="386" actId="21"/>
        <pc:sldMkLst>
          <pc:docMk/>
          <pc:sldMk cId="1471035344" sldId="259"/>
        </pc:sldMkLst>
        <pc:spChg chg="mod">
          <ac:chgData name="micah holmquist" userId="8abbb35cbb08966a" providerId="LiveId" clId="{30BAEA72-7BCF-4295-AC4E-A8DAF536241B}" dt="2026-03-27T15:53:31.391" v="1" actId="108"/>
          <ac:spMkLst>
            <pc:docMk/>
            <pc:sldMk cId="1471035344" sldId="259"/>
            <ac:spMk id="3" creationId="{8DC6822A-D1D9-EA6C-D8F4-6F6AB9565D17}"/>
          </ac:spMkLst>
        </pc:spChg>
        <pc:spChg chg="del">
          <ac:chgData name="micah holmquist" userId="8abbb35cbb08966a" providerId="LiveId" clId="{30BAEA72-7BCF-4295-AC4E-A8DAF536241B}" dt="2026-03-27T18:25:02.608" v="385" actId="21"/>
          <ac:spMkLst>
            <pc:docMk/>
            <pc:sldMk cId="1471035344" sldId="259"/>
            <ac:spMk id="4" creationId="{D8F20E4A-2DA7-367F-889E-11AF801A382F}"/>
          </ac:spMkLst>
        </pc:spChg>
        <pc:spChg chg="del">
          <ac:chgData name="micah holmquist" userId="8abbb35cbb08966a" providerId="LiveId" clId="{30BAEA72-7BCF-4295-AC4E-A8DAF536241B}" dt="2026-03-27T18:25:08.807" v="386" actId="21"/>
          <ac:spMkLst>
            <pc:docMk/>
            <pc:sldMk cId="1471035344" sldId="259"/>
            <ac:spMk id="5" creationId="{73D0C200-7BBC-B1AA-6E27-4596490E6089}"/>
          </ac:spMkLst>
        </pc:spChg>
      </pc:sldChg>
      <pc:sldChg chg="delSp mod">
        <pc:chgData name="micah holmquist" userId="8abbb35cbb08966a" providerId="LiveId" clId="{30BAEA72-7BCF-4295-AC4E-A8DAF536241B}" dt="2026-03-27T18:25:41.978" v="390" actId="21"/>
        <pc:sldMkLst>
          <pc:docMk/>
          <pc:sldMk cId="187927555" sldId="261"/>
        </pc:sldMkLst>
        <pc:spChg chg="del">
          <ac:chgData name="micah holmquist" userId="8abbb35cbb08966a" providerId="LiveId" clId="{30BAEA72-7BCF-4295-AC4E-A8DAF536241B}" dt="2026-03-27T18:25:32.567" v="389" actId="21"/>
          <ac:spMkLst>
            <pc:docMk/>
            <pc:sldMk cId="187927555" sldId="261"/>
            <ac:spMk id="4" creationId="{57908E80-2392-A58F-EEB2-EE633788820D}"/>
          </ac:spMkLst>
        </pc:spChg>
        <pc:spChg chg="del">
          <ac:chgData name="micah holmquist" userId="8abbb35cbb08966a" providerId="LiveId" clId="{30BAEA72-7BCF-4295-AC4E-A8DAF536241B}" dt="2026-03-27T18:25:41.978" v="390" actId="21"/>
          <ac:spMkLst>
            <pc:docMk/>
            <pc:sldMk cId="187927555" sldId="261"/>
            <ac:spMk id="5" creationId="{BC4AA2F1-CC44-35CF-7A34-1B814A19A90D}"/>
          </ac:spMkLst>
        </pc:spChg>
      </pc:sldChg>
      <pc:sldChg chg="delSp modSp mod">
        <pc:chgData name="micah holmquist" userId="8abbb35cbb08966a" providerId="LiveId" clId="{30BAEA72-7BCF-4295-AC4E-A8DAF536241B}" dt="2026-03-27T18:32:29.052" v="505" actId="20577"/>
        <pc:sldMkLst>
          <pc:docMk/>
          <pc:sldMk cId="1384372434" sldId="269"/>
        </pc:sldMkLst>
        <pc:spChg chg="del">
          <ac:chgData name="micah holmquist" userId="8abbb35cbb08966a" providerId="LiveId" clId="{30BAEA72-7BCF-4295-AC4E-A8DAF536241B}" dt="2026-03-27T18:28:37.868" v="402" actId="21"/>
          <ac:spMkLst>
            <pc:docMk/>
            <pc:sldMk cId="1384372434" sldId="269"/>
            <ac:spMk id="3" creationId="{F7461AE3-EE8B-D6AA-C542-739A07913E24}"/>
          </ac:spMkLst>
        </pc:spChg>
        <pc:spChg chg="del">
          <ac:chgData name="micah holmquist" userId="8abbb35cbb08966a" providerId="LiveId" clId="{30BAEA72-7BCF-4295-AC4E-A8DAF536241B}" dt="2026-03-27T18:28:44.462" v="403" actId="21"/>
          <ac:spMkLst>
            <pc:docMk/>
            <pc:sldMk cId="1384372434" sldId="269"/>
            <ac:spMk id="4" creationId="{BAFA715D-0DE7-5C1E-A01B-3CC861FFFA69}"/>
          </ac:spMkLst>
        </pc:spChg>
        <pc:spChg chg="mod">
          <ac:chgData name="micah holmquist" userId="8abbb35cbb08966a" providerId="LiveId" clId="{30BAEA72-7BCF-4295-AC4E-A8DAF536241B}" dt="2026-03-27T18:32:29.052" v="505" actId="20577"/>
          <ac:spMkLst>
            <pc:docMk/>
            <pc:sldMk cId="1384372434" sldId="269"/>
            <ac:spMk id="11" creationId="{316FE9D3-3DAF-E177-E236-31E7AD0CF0DF}"/>
          </ac:spMkLst>
        </pc:spChg>
        <pc:graphicFrameChg chg="modGraphic">
          <ac:chgData name="micah holmquist" userId="8abbb35cbb08966a" providerId="LiveId" clId="{30BAEA72-7BCF-4295-AC4E-A8DAF536241B}" dt="2026-03-27T18:30:56.757" v="413" actId="14100"/>
          <ac:graphicFrameMkLst>
            <pc:docMk/>
            <pc:sldMk cId="1384372434" sldId="269"/>
            <ac:graphicFrameMk id="9" creationId="{AFB33057-81D3-3574-C9A3-E89027A186B0}"/>
          </ac:graphicFrameMkLst>
        </pc:graphicFrameChg>
      </pc:sldChg>
      <pc:sldChg chg="modSp mod">
        <pc:chgData name="micah holmquist" userId="8abbb35cbb08966a" providerId="LiveId" clId="{30BAEA72-7BCF-4295-AC4E-A8DAF536241B}" dt="2026-03-27T18:24:53.915" v="384" actId="255"/>
        <pc:sldMkLst>
          <pc:docMk/>
          <pc:sldMk cId="4182614578" sldId="2767"/>
        </pc:sldMkLst>
        <pc:spChg chg="mod">
          <ac:chgData name="micah holmquist" userId="8abbb35cbb08966a" providerId="LiveId" clId="{30BAEA72-7BCF-4295-AC4E-A8DAF536241B}" dt="2026-03-27T18:24:53.915" v="384" actId="255"/>
          <ac:spMkLst>
            <pc:docMk/>
            <pc:sldMk cId="4182614578" sldId="2767"/>
            <ac:spMk id="11" creationId="{3B60C5C2-A596-7FEB-7260-D4D75F7F7904}"/>
          </ac:spMkLst>
        </pc:spChg>
      </pc:sldChg>
      <pc:sldChg chg="delSp mod">
        <pc:chgData name="micah holmquist" userId="8abbb35cbb08966a" providerId="LiveId" clId="{30BAEA72-7BCF-4295-AC4E-A8DAF536241B}" dt="2026-03-27T18:25:56.986" v="392" actId="21"/>
        <pc:sldMkLst>
          <pc:docMk/>
          <pc:sldMk cId="1906953263" sldId="2768"/>
        </pc:sldMkLst>
        <pc:spChg chg="del">
          <ac:chgData name="micah holmquist" userId="8abbb35cbb08966a" providerId="LiveId" clId="{30BAEA72-7BCF-4295-AC4E-A8DAF536241B}" dt="2026-03-27T18:25:50.129" v="391" actId="21"/>
          <ac:spMkLst>
            <pc:docMk/>
            <pc:sldMk cId="1906953263" sldId="2768"/>
            <ac:spMk id="4" creationId="{D57E9245-0240-59DA-66B3-4A7B5157515A}"/>
          </ac:spMkLst>
        </pc:spChg>
        <pc:spChg chg="del">
          <ac:chgData name="micah holmquist" userId="8abbb35cbb08966a" providerId="LiveId" clId="{30BAEA72-7BCF-4295-AC4E-A8DAF536241B}" dt="2026-03-27T18:25:56.986" v="392" actId="21"/>
          <ac:spMkLst>
            <pc:docMk/>
            <pc:sldMk cId="1906953263" sldId="2768"/>
            <ac:spMk id="5" creationId="{A315C155-57E8-4CF0-39C7-AEFA794C3B12}"/>
          </ac:spMkLst>
        </pc:spChg>
      </pc:sldChg>
      <pc:sldChg chg="delSp modSp mod">
        <pc:chgData name="micah holmquist" userId="8abbb35cbb08966a" providerId="LiveId" clId="{30BAEA72-7BCF-4295-AC4E-A8DAF536241B}" dt="2026-03-27T18:26:10.896" v="393" actId="21"/>
        <pc:sldMkLst>
          <pc:docMk/>
          <pc:sldMk cId="3313523090" sldId="2769"/>
        </pc:sldMkLst>
        <pc:spChg chg="mod">
          <ac:chgData name="micah holmquist" userId="8abbb35cbb08966a" providerId="LiveId" clId="{30BAEA72-7BCF-4295-AC4E-A8DAF536241B}" dt="2026-03-27T18:23:43.940" v="368" actId="27636"/>
          <ac:spMkLst>
            <pc:docMk/>
            <pc:sldMk cId="3313523090" sldId="2769"/>
            <ac:spMk id="3" creationId="{3D092962-96A3-C6AA-218E-682A0F99E50B}"/>
          </ac:spMkLst>
        </pc:spChg>
        <pc:spChg chg="del">
          <ac:chgData name="micah holmquist" userId="8abbb35cbb08966a" providerId="LiveId" clId="{30BAEA72-7BCF-4295-AC4E-A8DAF536241B}" dt="2026-03-27T18:26:10.896" v="393" actId="21"/>
          <ac:spMkLst>
            <pc:docMk/>
            <pc:sldMk cId="3313523090" sldId="2769"/>
            <ac:spMk id="4" creationId="{9B52378E-D617-7CB2-D2E0-D07881B6DD5E}"/>
          </ac:spMkLst>
        </pc:spChg>
        <pc:spChg chg="del">
          <ac:chgData name="micah holmquist" userId="8abbb35cbb08966a" providerId="LiveId" clId="{30BAEA72-7BCF-4295-AC4E-A8DAF536241B}" dt="2026-03-27T18:24:13.275" v="369" actId="21"/>
          <ac:spMkLst>
            <pc:docMk/>
            <pc:sldMk cId="3313523090" sldId="2769"/>
            <ac:spMk id="5" creationId="{9747C462-D3A6-9A1F-7F26-F4BE52CC6978}"/>
          </ac:spMkLst>
        </pc:spChg>
      </pc:sldChg>
      <pc:sldChg chg="delSp mod">
        <pc:chgData name="micah holmquist" userId="8abbb35cbb08966a" providerId="LiveId" clId="{30BAEA72-7BCF-4295-AC4E-A8DAF536241B}" dt="2026-03-27T18:28:26.917" v="401" actId="21"/>
        <pc:sldMkLst>
          <pc:docMk/>
          <pc:sldMk cId="2014250035" sldId="2770"/>
        </pc:sldMkLst>
        <pc:spChg chg="del">
          <ac:chgData name="micah holmquist" userId="8abbb35cbb08966a" providerId="LiveId" clId="{30BAEA72-7BCF-4295-AC4E-A8DAF536241B}" dt="2026-03-27T18:28:21.103" v="400" actId="21"/>
          <ac:spMkLst>
            <pc:docMk/>
            <pc:sldMk cId="2014250035" sldId="2770"/>
            <ac:spMk id="4" creationId="{F82E3FF4-A766-AC0F-5DBD-99CE41612F6B}"/>
          </ac:spMkLst>
        </pc:spChg>
        <pc:spChg chg="del">
          <ac:chgData name="micah holmquist" userId="8abbb35cbb08966a" providerId="LiveId" clId="{30BAEA72-7BCF-4295-AC4E-A8DAF536241B}" dt="2026-03-27T18:28:26.917" v="401" actId="21"/>
          <ac:spMkLst>
            <pc:docMk/>
            <pc:sldMk cId="2014250035" sldId="2770"/>
            <ac:spMk id="5" creationId="{B56954D4-5CB4-0054-ED33-B95541BB601E}"/>
          </ac:spMkLst>
        </pc:spChg>
      </pc:sldChg>
      <pc:sldChg chg="delSp mod">
        <pc:chgData name="micah holmquist" userId="8abbb35cbb08966a" providerId="LiveId" clId="{30BAEA72-7BCF-4295-AC4E-A8DAF536241B}" dt="2026-03-27T18:29:02.857" v="405" actId="21"/>
        <pc:sldMkLst>
          <pc:docMk/>
          <pc:sldMk cId="3157573421" sldId="2771"/>
        </pc:sldMkLst>
        <pc:spChg chg="del">
          <ac:chgData name="micah holmquist" userId="8abbb35cbb08966a" providerId="LiveId" clId="{30BAEA72-7BCF-4295-AC4E-A8DAF536241B}" dt="2026-03-27T18:28:55.380" v="404" actId="21"/>
          <ac:spMkLst>
            <pc:docMk/>
            <pc:sldMk cId="3157573421" sldId="2771"/>
            <ac:spMk id="4" creationId="{6DD7C030-A253-3268-A3C5-2F1E21D7FCB4}"/>
          </ac:spMkLst>
        </pc:spChg>
        <pc:spChg chg="del">
          <ac:chgData name="micah holmquist" userId="8abbb35cbb08966a" providerId="LiveId" clId="{30BAEA72-7BCF-4295-AC4E-A8DAF536241B}" dt="2026-03-27T18:29:02.857" v="405" actId="21"/>
          <ac:spMkLst>
            <pc:docMk/>
            <pc:sldMk cId="3157573421" sldId="2771"/>
            <ac:spMk id="5" creationId="{1EB5B222-3761-B522-C23E-F24F584C50DC}"/>
          </ac:spMkLst>
        </pc:spChg>
      </pc:sldChg>
      <pc:sldChg chg="delSp mod">
        <pc:chgData name="micah holmquist" userId="8abbb35cbb08966a" providerId="LiveId" clId="{30BAEA72-7BCF-4295-AC4E-A8DAF536241B}" dt="2026-03-27T18:29:19.069" v="407" actId="21"/>
        <pc:sldMkLst>
          <pc:docMk/>
          <pc:sldMk cId="4181794302" sldId="2772"/>
        </pc:sldMkLst>
        <pc:spChg chg="del">
          <ac:chgData name="micah holmquist" userId="8abbb35cbb08966a" providerId="LiveId" clId="{30BAEA72-7BCF-4295-AC4E-A8DAF536241B}" dt="2026-03-27T18:29:11.577" v="406" actId="21"/>
          <ac:spMkLst>
            <pc:docMk/>
            <pc:sldMk cId="4181794302" sldId="2772"/>
            <ac:spMk id="4" creationId="{E467F09A-D6DC-1E9D-3AE2-A9BA8E3820A3}"/>
          </ac:spMkLst>
        </pc:spChg>
        <pc:spChg chg="del">
          <ac:chgData name="micah holmquist" userId="8abbb35cbb08966a" providerId="LiveId" clId="{30BAEA72-7BCF-4295-AC4E-A8DAF536241B}" dt="2026-03-27T18:29:19.069" v="407" actId="21"/>
          <ac:spMkLst>
            <pc:docMk/>
            <pc:sldMk cId="4181794302" sldId="2772"/>
            <ac:spMk id="5" creationId="{1D2E8664-5E79-4B50-C416-30DE212C28F3}"/>
          </ac:spMkLst>
        </pc:spChg>
      </pc:sldChg>
      <pc:sldChg chg="delSp mod">
        <pc:chgData name="micah holmquist" userId="8abbb35cbb08966a" providerId="LiveId" clId="{30BAEA72-7BCF-4295-AC4E-A8DAF536241B}" dt="2026-03-27T18:29:34.880" v="409" actId="21"/>
        <pc:sldMkLst>
          <pc:docMk/>
          <pc:sldMk cId="117272348" sldId="2773"/>
        </pc:sldMkLst>
        <pc:spChg chg="del">
          <ac:chgData name="micah holmquist" userId="8abbb35cbb08966a" providerId="LiveId" clId="{30BAEA72-7BCF-4295-AC4E-A8DAF536241B}" dt="2026-03-27T18:29:27.107" v="408" actId="21"/>
          <ac:spMkLst>
            <pc:docMk/>
            <pc:sldMk cId="117272348" sldId="2773"/>
            <ac:spMk id="4" creationId="{BCB6CBED-CAB6-2266-42EE-5BE5C49CF4EA}"/>
          </ac:spMkLst>
        </pc:spChg>
        <pc:spChg chg="del">
          <ac:chgData name="micah holmquist" userId="8abbb35cbb08966a" providerId="LiveId" clId="{30BAEA72-7BCF-4295-AC4E-A8DAF536241B}" dt="2026-03-27T18:29:34.880" v="409" actId="21"/>
          <ac:spMkLst>
            <pc:docMk/>
            <pc:sldMk cId="117272348" sldId="2773"/>
            <ac:spMk id="5" creationId="{7FE6F85D-8919-DC90-6406-3080E7E09065}"/>
          </ac:spMkLst>
        </pc:spChg>
      </pc:sldChg>
      <pc:sldChg chg="addSp delSp modSp add mod modClrScheme chgLayout">
        <pc:chgData name="micah holmquist" userId="8abbb35cbb08966a" providerId="LiveId" clId="{30BAEA72-7BCF-4295-AC4E-A8DAF536241B}" dt="2026-03-27T18:26:36.618" v="395" actId="21"/>
        <pc:sldMkLst>
          <pc:docMk/>
          <pc:sldMk cId="917518379" sldId="2774"/>
        </pc:sldMkLst>
        <pc:spChg chg="mod">
          <ac:chgData name="micah holmquist" userId="8abbb35cbb08966a" providerId="LiveId" clId="{30BAEA72-7BCF-4295-AC4E-A8DAF536241B}" dt="2026-03-27T16:26:24.191" v="273" actId="26606"/>
          <ac:spMkLst>
            <pc:docMk/>
            <pc:sldMk cId="917518379" sldId="2774"/>
            <ac:spMk id="2" creationId="{7E0B5B6D-66B7-A06A-DF59-B9D1C283A0C1}"/>
          </ac:spMkLst>
        </pc:spChg>
        <pc:spChg chg="mod">
          <ac:chgData name="micah holmquist" userId="8abbb35cbb08966a" providerId="LiveId" clId="{30BAEA72-7BCF-4295-AC4E-A8DAF536241B}" dt="2026-03-27T18:08:17.477" v="280" actId="27636"/>
          <ac:spMkLst>
            <pc:docMk/>
            <pc:sldMk cId="917518379" sldId="2774"/>
            <ac:spMk id="3" creationId="{E9F5DACA-7C6C-274E-40AB-7FAF19748D3E}"/>
          </ac:spMkLst>
        </pc:spChg>
        <pc:spChg chg="del mod">
          <ac:chgData name="micah holmquist" userId="8abbb35cbb08966a" providerId="LiveId" clId="{30BAEA72-7BCF-4295-AC4E-A8DAF536241B}" dt="2026-03-27T18:26:30.654" v="394" actId="21"/>
          <ac:spMkLst>
            <pc:docMk/>
            <pc:sldMk cId="917518379" sldId="2774"/>
            <ac:spMk id="4" creationId="{1DD74895-0E7B-231E-58E9-A000D7B06FA7}"/>
          </ac:spMkLst>
        </pc:spChg>
        <pc:spChg chg="del mod">
          <ac:chgData name="micah holmquist" userId="8abbb35cbb08966a" providerId="LiveId" clId="{30BAEA72-7BCF-4295-AC4E-A8DAF536241B}" dt="2026-03-27T18:26:36.618" v="395" actId="21"/>
          <ac:spMkLst>
            <pc:docMk/>
            <pc:sldMk cId="917518379" sldId="2774"/>
            <ac:spMk id="5" creationId="{A26339A4-0AC0-BBFE-8113-0C618D81361C}"/>
          </ac:spMkLst>
        </pc:spChg>
        <pc:spChg chg="mod">
          <ac:chgData name="micah holmquist" userId="8abbb35cbb08966a" providerId="LiveId" clId="{30BAEA72-7BCF-4295-AC4E-A8DAF536241B}" dt="2026-03-27T16:26:24.191" v="273" actId="26606"/>
          <ac:spMkLst>
            <pc:docMk/>
            <pc:sldMk cId="917518379" sldId="2774"/>
            <ac:spMk id="7" creationId="{E04D3C63-88FE-7685-A57D-11A4B6617DBA}"/>
          </ac:spMkLst>
        </pc:spChg>
        <pc:spChg chg="add del mod">
          <ac:chgData name="micah holmquist" userId="8abbb35cbb08966a" providerId="LiveId" clId="{30BAEA72-7BCF-4295-AC4E-A8DAF536241B}" dt="2026-03-27T16:23:33.062" v="261" actId="931"/>
          <ac:spMkLst>
            <pc:docMk/>
            <pc:sldMk cId="917518379" sldId="2774"/>
            <ac:spMk id="8" creationId="{334A8CD8-D618-0EBD-9E6D-2AFFF3F9B83B}"/>
          </ac:spMkLst>
        </pc:spChg>
        <pc:spChg chg="add del mod">
          <ac:chgData name="micah holmquist" userId="8abbb35cbb08966a" providerId="LiveId" clId="{30BAEA72-7BCF-4295-AC4E-A8DAF536241B}" dt="2026-03-27T16:25:09.883" v="268" actId="931"/>
          <ac:spMkLst>
            <pc:docMk/>
            <pc:sldMk cId="917518379" sldId="2774"/>
            <ac:spMk id="13" creationId="{311F7FBB-8B1A-F9F8-D899-61353A752382}"/>
          </ac:spMkLst>
        </pc:spChg>
        <pc:spChg chg="add del mod">
          <ac:chgData name="micah holmquist" userId="8abbb35cbb08966a" providerId="LiveId" clId="{30BAEA72-7BCF-4295-AC4E-A8DAF536241B}" dt="2026-03-27T16:26:02.294" v="270" actId="931"/>
          <ac:spMkLst>
            <pc:docMk/>
            <pc:sldMk cId="917518379" sldId="2774"/>
            <ac:spMk id="17" creationId="{5F7D30B5-B565-7CC2-9BCB-8CC0DF31E552}"/>
          </ac:spMkLst>
        </pc:spChg>
        <pc:picChg chg="add del mod ord">
          <ac:chgData name="micah holmquist" userId="8abbb35cbb08966a" providerId="LiveId" clId="{30BAEA72-7BCF-4295-AC4E-A8DAF536241B}" dt="2026-03-27T16:25:04.234" v="267" actId="21"/>
          <ac:picMkLst>
            <pc:docMk/>
            <pc:sldMk cId="917518379" sldId="2774"/>
            <ac:picMk id="10" creationId="{1B7F2B84-33B4-1A09-87B6-846297E285D1}"/>
          </ac:picMkLst>
        </pc:picChg>
        <pc:picChg chg="del">
          <ac:chgData name="micah holmquist" userId="8abbb35cbb08966a" providerId="LiveId" clId="{30BAEA72-7BCF-4295-AC4E-A8DAF536241B}" dt="2026-03-27T15:56:02.167" v="18" actId="478"/>
          <ac:picMkLst>
            <pc:docMk/>
            <pc:sldMk cId="917518379" sldId="2774"/>
            <ac:picMk id="12" creationId="{B64BF1C2-C59F-5448-7612-598BEE7F72B2}"/>
          </ac:picMkLst>
        </pc:picChg>
        <pc:picChg chg="add del mod ord">
          <ac:chgData name="micah holmquist" userId="8abbb35cbb08966a" providerId="LiveId" clId="{30BAEA72-7BCF-4295-AC4E-A8DAF536241B}" dt="2026-03-27T16:25:56.459" v="269" actId="21"/>
          <ac:picMkLst>
            <pc:docMk/>
            <pc:sldMk cId="917518379" sldId="2774"/>
            <ac:picMk id="15" creationId="{03383CEF-F0A5-12CA-4FE9-E493BD254DF9}"/>
          </ac:picMkLst>
        </pc:picChg>
        <pc:picChg chg="add mod ord">
          <ac:chgData name="micah holmquist" userId="8abbb35cbb08966a" providerId="LiveId" clId="{30BAEA72-7BCF-4295-AC4E-A8DAF536241B}" dt="2026-03-27T18:08:27.557" v="281" actId="14100"/>
          <ac:picMkLst>
            <pc:docMk/>
            <pc:sldMk cId="917518379" sldId="2774"/>
            <ac:picMk id="19" creationId="{FEA9DD77-9942-77E3-5FC8-016885C231EF}"/>
          </ac:picMkLst>
        </pc:picChg>
      </pc:sldChg>
      <pc:sldChg chg="addSp delSp modSp add mod ord">
        <pc:chgData name="micah holmquist" userId="8abbb35cbb08966a" providerId="LiveId" clId="{30BAEA72-7BCF-4295-AC4E-A8DAF536241B}" dt="2026-03-27T18:27:05.471" v="399" actId="21"/>
        <pc:sldMkLst>
          <pc:docMk/>
          <pc:sldMk cId="1720425921" sldId="2775"/>
        </pc:sldMkLst>
        <pc:spChg chg="mod">
          <ac:chgData name="micah holmquist" userId="8abbb35cbb08966a" providerId="LiveId" clId="{30BAEA72-7BCF-4295-AC4E-A8DAF536241B}" dt="2026-03-27T18:16:25.441" v="294" actId="27636"/>
          <ac:spMkLst>
            <pc:docMk/>
            <pc:sldMk cId="1720425921" sldId="2775"/>
            <ac:spMk id="2" creationId="{9E399914-26DA-43E0-ECFB-1C36EF583D96}"/>
          </ac:spMkLst>
        </pc:spChg>
        <pc:spChg chg="add del mod">
          <ac:chgData name="micah holmquist" userId="8abbb35cbb08966a" providerId="LiveId" clId="{30BAEA72-7BCF-4295-AC4E-A8DAF536241B}" dt="2026-03-27T18:26:56.290" v="398" actId="21"/>
          <ac:spMkLst>
            <pc:docMk/>
            <pc:sldMk cId="1720425921" sldId="2775"/>
            <ac:spMk id="3" creationId="{09A9E4D9-F714-C8C2-86AA-EDA9AF89CDDD}"/>
          </ac:spMkLst>
        </pc:spChg>
        <pc:spChg chg="del">
          <ac:chgData name="micah holmquist" userId="8abbb35cbb08966a" providerId="LiveId" clId="{30BAEA72-7BCF-4295-AC4E-A8DAF536241B}" dt="2026-03-27T18:26:45.680" v="396" actId="21"/>
          <ac:spMkLst>
            <pc:docMk/>
            <pc:sldMk cId="1720425921" sldId="2775"/>
            <ac:spMk id="4" creationId="{178F6CF6-3F49-8700-4CE9-81CD81D95A71}"/>
          </ac:spMkLst>
        </pc:spChg>
        <pc:spChg chg="del">
          <ac:chgData name="micah holmquist" userId="8abbb35cbb08966a" providerId="LiveId" clId="{30BAEA72-7BCF-4295-AC4E-A8DAF536241B}" dt="2026-03-27T18:27:05.471" v="399" actId="21"/>
          <ac:spMkLst>
            <pc:docMk/>
            <pc:sldMk cId="1720425921" sldId="2775"/>
            <ac:spMk id="5" creationId="{53732C34-711E-4848-400D-96A6DBB86B80}"/>
          </ac:spMkLst>
        </pc:spChg>
        <pc:spChg chg="add del mod">
          <ac:chgData name="micah holmquist" userId="8abbb35cbb08966a" providerId="LiveId" clId="{30BAEA72-7BCF-4295-AC4E-A8DAF536241B}" dt="2026-03-27T18:15:23.657" v="288" actId="931"/>
          <ac:spMkLst>
            <pc:docMk/>
            <pc:sldMk cId="1720425921" sldId="2775"/>
            <ac:spMk id="8" creationId="{8868453D-B2DB-1AC7-D4DE-08FF45537286}"/>
          </ac:spMkLst>
        </pc:spChg>
        <pc:spChg chg="add del mod">
          <ac:chgData name="micah holmquist" userId="8abbb35cbb08966a" providerId="LiveId" clId="{30BAEA72-7BCF-4295-AC4E-A8DAF536241B}" dt="2026-03-27T18:26:56.290" v="398" actId="21"/>
          <ac:spMkLst>
            <pc:docMk/>
            <pc:sldMk cId="1720425921" sldId="2775"/>
            <ac:spMk id="13" creationId="{1C9220BE-31AD-9E70-564E-7766145D4753}"/>
          </ac:spMkLst>
        </pc:spChg>
        <pc:picChg chg="add mod ord">
          <ac:chgData name="micah holmquist" userId="8abbb35cbb08966a" providerId="LiveId" clId="{30BAEA72-7BCF-4295-AC4E-A8DAF536241B}" dt="2026-03-27T18:15:23.657" v="288" actId="931"/>
          <ac:picMkLst>
            <pc:docMk/>
            <pc:sldMk cId="1720425921" sldId="2775"/>
            <ac:picMk id="10" creationId="{8380EDFB-1919-8588-B9AA-0660F293A5B1}"/>
          </ac:picMkLst>
        </pc:picChg>
        <pc:picChg chg="del">
          <ac:chgData name="micah holmquist" userId="8abbb35cbb08966a" providerId="LiveId" clId="{30BAEA72-7BCF-4295-AC4E-A8DAF536241B}" dt="2026-03-27T18:15:16.113" v="287" actId="478"/>
          <ac:picMkLst>
            <pc:docMk/>
            <pc:sldMk cId="1720425921" sldId="2775"/>
            <ac:picMk id="12" creationId="{58E4641F-A154-9954-0804-77970B55A32A}"/>
          </ac:picMkLst>
        </pc:picChg>
      </pc:sldChg>
      <pc:sldChg chg="new del">
        <pc:chgData name="micah holmquist" userId="8abbb35cbb08966a" providerId="LiveId" clId="{30BAEA72-7BCF-4295-AC4E-A8DAF536241B}" dt="2026-03-27T18:14:56.997" v="283" actId="2696"/>
        <pc:sldMkLst>
          <pc:docMk/>
          <pc:sldMk cId="2657514161" sldId="2775"/>
        </pc:sldMkLst>
      </pc:sldChg>
      <pc:sldChg chg="add del">
        <pc:chgData name="micah holmquist" userId="8abbb35cbb08966a" providerId="LiveId" clId="{30BAEA72-7BCF-4295-AC4E-A8DAF536241B}" dt="2026-03-27T18:49:52.038" v="510" actId="2696"/>
        <pc:sldMkLst>
          <pc:docMk/>
          <pc:sldMk cId="685353093" sldId="2776"/>
        </pc:sldMkLst>
      </pc:sldChg>
      <pc:sldChg chg="addSp delSp modSp add mod ord">
        <pc:chgData name="micah holmquist" userId="8abbb35cbb08966a" providerId="LiveId" clId="{30BAEA72-7BCF-4295-AC4E-A8DAF536241B}" dt="2026-03-27T19:23:12.747" v="1248" actId="20577"/>
        <pc:sldMkLst>
          <pc:docMk/>
          <pc:sldMk cId="2429688997" sldId="2776"/>
        </pc:sldMkLst>
        <pc:spChg chg="mod">
          <ac:chgData name="micah holmquist" userId="8abbb35cbb08966a" providerId="LiveId" clId="{30BAEA72-7BCF-4295-AC4E-A8DAF536241B}" dt="2026-03-27T19:04:10.456" v="598" actId="27636"/>
          <ac:spMkLst>
            <pc:docMk/>
            <pc:sldMk cId="2429688997" sldId="2776"/>
            <ac:spMk id="2" creationId="{DC720F00-CA58-9E9F-A2A3-9938027D7070}"/>
          </ac:spMkLst>
        </pc:spChg>
        <pc:spChg chg="mod">
          <ac:chgData name="micah holmquist" userId="8abbb35cbb08966a" providerId="LiveId" clId="{30BAEA72-7BCF-4295-AC4E-A8DAF536241B}" dt="2026-03-27T19:23:12.747" v="1248" actId="20577"/>
          <ac:spMkLst>
            <pc:docMk/>
            <pc:sldMk cId="2429688997" sldId="2776"/>
            <ac:spMk id="3" creationId="{0B3E0431-B68B-564B-929B-2B77F88FADEC}"/>
          </ac:spMkLst>
        </pc:spChg>
        <pc:spChg chg="add del mod">
          <ac:chgData name="micah holmquist" userId="8abbb35cbb08966a" providerId="LiveId" clId="{30BAEA72-7BCF-4295-AC4E-A8DAF536241B}" dt="2026-03-27T19:02:08.736" v="517" actId="21"/>
          <ac:spMkLst>
            <pc:docMk/>
            <pc:sldMk cId="2429688997" sldId="2776"/>
            <ac:spMk id="5" creationId="{7B60BAEE-AD70-9E2C-824D-7C1C5EE914C8}"/>
          </ac:spMkLst>
        </pc:spChg>
        <pc:picChg chg="add mod">
          <ac:chgData name="micah holmquist" userId="8abbb35cbb08966a" providerId="LiveId" clId="{30BAEA72-7BCF-4295-AC4E-A8DAF536241B}" dt="2026-03-27T19:03:31.026" v="593" actId="14100"/>
          <ac:picMkLst>
            <pc:docMk/>
            <pc:sldMk cId="2429688997" sldId="2776"/>
            <ac:picMk id="6" creationId="{45197B9B-510D-4E98-F7ED-9FC1771F66FA}"/>
          </ac:picMkLst>
        </pc:picChg>
        <pc:picChg chg="del">
          <ac:chgData name="micah holmquist" userId="8abbb35cbb08966a" providerId="LiveId" clId="{30BAEA72-7BCF-4295-AC4E-A8DAF536241B}" dt="2026-03-27T19:01:50.959" v="514" actId="478"/>
          <ac:picMkLst>
            <pc:docMk/>
            <pc:sldMk cId="2429688997" sldId="2776"/>
            <ac:picMk id="12" creationId="{BB614106-8C38-239C-22DD-036F5DED1475}"/>
          </ac:picMkLst>
        </pc:picChg>
      </pc:sldChg>
      <pc:sldChg chg="modSp add del mod">
        <pc:chgData name="micah holmquist" userId="8abbb35cbb08966a" providerId="LiveId" clId="{30BAEA72-7BCF-4295-AC4E-A8DAF536241B}" dt="2026-03-27T18:49:38.619" v="509" actId="2696"/>
        <pc:sldMkLst>
          <pc:docMk/>
          <pc:sldMk cId="1661556593" sldId="2777"/>
        </pc:sldMkLst>
        <pc:graphicFrameChg chg="modGraphic">
          <ac:chgData name="micah holmquist" userId="8abbb35cbb08966a" providerId="LiveId" clId="{30BAEA72-7BCF-4295-AC4E-A8DAF536241B}" dt="2026-03-27T18:49:17.308" v="508" actId="20577"/>
          <ac:graphicFrameMkLst>
            <pc:docMk/>
            <pc:sldMk cId="1661556593" sldId="2777"/>
            <ac:graphicFrameMk id="9" creationId="{B9437703-6728-2B6A-84F6-37F34016AA95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D05EE-1874-40CA-ACBB-AAFE8CEAEC56}" type="datetimeFigureOut">
              <a:t>3/27/2026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B9498-FDEE-4498-AC3A-C83DFCC8A50A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77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65C32D-63EE-4133-9108-A2BD34E475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7162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B9498-FDEE-4498-AC3A-C83DFCC8A50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975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Autofit/>
          </a:bodyPr>
          <a:lstStyle>
            <a:lvl1pPr algn="l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4EF954-66B1-4168-AF40-97F3DAF43FC4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351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26233410-150A-4A72-BF63-6D3ACBC30148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10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91AF1D09-6B76-4716-AD3D-9F53166D3BF5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20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9651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2" y="1384847"/>
            <a:ext cx="11125032" cy="4905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443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C13480A-5F85-4A30-80F2-F92581C6474C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18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>
            <a:lvl1pPr algn="l"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2BF18D3-87BE-4A2D-AD2C-B21E415FD900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40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3F0B94E-0195-4FC9-AEFD-CCBB878ACEDF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328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9B0F68CC-6BDD-49E7-8971-97164A4B1FA2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11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lphaLcPeriod"/>
              <a:defRPr lang="en-US" dirty="0"/>
            </a:lvl2pPr>
            <a:lvl3pPr marL="800100" indent="-342900">
              <a:buFont typeface="+mj-lt"/>
              <a:buAutoNum type="romanLcPeriod"/>
              <a:defRPr lang="en-US" dirty="0"/>
            </a:lvl3pPr>
            <a:lvl4pPr marL="914400" indent="-228600">
              <a:buFont typeface="+mj-lt"/>
              <a:buAutoNum type="arabicParenR"/>
              <a:defRPr lang="en-US" dirty="0"/>
            </a:lvl4pPr>
            <a:lvl5pPr marL="1143000" indent="-228600">
              <a:buFont typeface="+mj-lt"/>
              <a:buAutoNum type="alphaLcParenR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4D5D5-F2FF-4BCB-BACC-FA9A736697CB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66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914400" indent="-228600">
              <a:buFont typeface="+mj-lt"/>
              <a:buAutoNum type="arabicParenR"/>
              <a:defRPr sz="1200"/>
            </a:lvl4pPr>
            <a:lvl5pPr marL="1143000" indent="-228600">
              <a:buFont typeface="+mj-lt"/>
              <a:buAutoNum type="alphaLcParenR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747D10D-DAA6-49BD-BCDC-42DE71F72A89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816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Click to edit Master text styles</a:t>
            </a:r>
          </a:p>
          <a:p>
            <a:pPr marL="2286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Second level</a:t>
            </a:r>
          </a:p>
          <a:p>
            <a:pPr marL="2286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Third level</a:t>
            </a:r>
          </a:p>
          <a:p>
            <a:pPr marL="2286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Fourth level</a:t>
            </a:r>
          </a:p>
          <a:p>
            <a:pPr marL="2286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Fifth level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31313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55D-C47D-42B9-AD20-3E2CCE08596C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164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44AD-1FB0-4882-B380-D102D5E41B49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317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FD0E9-BB2A-40F4-9FCA-339953EA9BCB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539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DCE86-7B4C-43EC-801D-4B957536C306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960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FCD9-BE24-4676-9D2E-63D9ED82EDA2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222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290A-121B-47D5-B4CD-63E70D76A5D5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629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58D8-7EDF-40A6-A98C-8CBDF59A319E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8124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6DF7C3E-B5DF-4043-B2F9-CD94B277B81B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250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F04B89-F088-43E2-8F95-5A2E5E9F612E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602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0FCFF8D-E3E3-4D6C-85D1-1D24204FD961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7172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AD81-0F74-4052-9D15-1FCBE10FF531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439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8567813-D47B-4BA9-A366-45E7794B6608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155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628650" indent="-171450">
              <a:buFont typeface="Arial" panose="020B0604020202020204" pitchFamily="34" charset="0"/>
              <a:buChar char="•"/>
              <a:defRPr sz="1200"/>
            </a:lvl3pPr>
            <a:lvl4pPr marL="857250" indent="-171450">
              <a:buFont typeface="Arial" panose="020B0604020202020204" pitchFamily="34" charset="0"/>
              <a:buChar char="•"/>
              <a:defRPr sz="1100"/>
            </a:lvl4pPr>
            <a:lvl5pPr marL="1085850" indent="-17145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C75A4F-7395-44C0-9A76-83F0F6EA512A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2712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EDCC-520A-464B-900A-5F7E0E1FFC43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6097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6C1D43-E95A-44CE-BF39-AC264176BC74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362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395D-714C-468A-B505-16E3BDC41D6C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9440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009D615-5030-44BE-B1E7-FCAF557FFC34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8866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8DDD-BB5E-4F5B-81F2-5E5F98B403C0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7144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083588C5-4E32-4E6E-80AB-32A6125C957F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7862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37EAFE-6A88-4B1F-9ABC-CA3CFB830DD6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11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0683-5F2F-44F3-8B59-45258C4FD45A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654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813EDC87-0EBE-4D2E-8804-E5F0EDA0B797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95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51CF56A9-FD41-47F4-80A0-DA74EEEC2541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3262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603504"/>
            <a:ext cx="11201400" cy="4206240"/>
          </a:xfrm>
        </p:spPr>
        <p:txBody>
          <a:bodyPr>
            <a:normAutofit/>
          </a:bodyPr>
          <a:lstStyle>
            <a:lvl1pPr algn="ctr">
              <a:defRPr sz="27800"/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BD270-9BF1-4C68-A7FA-BA016D8BB959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89888" y="4809744"/>
            <a:ext cx="9345168" cy="1225296"/>
          </a:xfrm>
        </p:spPr>
        <p:txBody>
          <a:bodyPr>
            <a:normAutofit/>
          </a:bodyPr>
          <a:lstStyle>
            <a:lvl1pPr marL="0" indent="0" algn="ctr">
              <a:buNone/>
              <a:defRPr sz="2800" cap="all" baseline="0"/>
            </a:lvl1pPr>
            <a:lvl2pPr marL="228600" indent="0" algn="ctr">
              <a:buNone/>
              <a:defRPr sz="2400" cap="all" baseline="0"/>
            </a:lvl2pPr>
            <a:lvl3pPr marL="457200" indent="0" algn="ctr">
              <a:buNone/>
              <a:defRPr sz="2000" cap="all" baseline="0"/>
            </a:lvl3pPr>
            <a:lvl4pPr marL="685800" indent="0" algn="ctr">
              <a:buNone/>
              <a:defRPr sz="1800" cap="all" baseline="0"/>
            </a:lvl4pPr>
            <a:lvl5pPr marL="914400" indent="0" algn="ctr">
              <a:buNone/>
              <a:defRPr sz="1600" cap="all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740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23AFB7-90A6-428C-A019-BBE6272496B8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490472"/>
          </a:xfrm>
        </p:spPr>
        <p:txBody>
          <a:bodyPr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0170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193DB7D-955F-21DF-15DA-4285375617FC}"/>
              </a:ext>
            </a:extLst>
          </p:cNvPr>
          <p:cNvSpPr/>
          <p:nvPr userDrawn="1"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47A9E-7C3C-4663-841E-C89520FA85A3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589420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7767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ED8FD-3F8D-425F-9991-7FB6FCCEC5A2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536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 userDrawn="1"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6B3E3-A05B-4311-9C9A-DA8A512CAB97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630935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1453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 userDrawn="1"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BAE2-1C27-41D0-8DBA-D202F753417F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3464" y="1596767"/>
            <a:ext cx="9537192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6000" b="1"/>
            </a:lvl1pPr>
            <a:lvl2pPr marL="228600" indent="0">
              <a:lnSpc>
                <a:spcPct val="100000"/>
              </a:lnSpc>
              <a:buNone/>
              <a:defRPr sz="5400" b="1"/>
            </a:lvl2pPr>
            <a:lvl3pPr marL="457200" indent="0">
              <a:lnSpc>
                <a:spcPct val="100000"/>
              </a:lnSpc>
              <a:buNone/>
              <a:defRPr sz="4800" b="1"/>
            </a:lvl3pPr>
            <a:lvl4pPr marL="685800" indent="0">
              <a:lnSpc>
                <a:spcPct val="100000"/>
              </a:lnSpc>
              <a:buNone/>
              <a:defRPr sz="4400" b="1"/>
            </a:lvl4pPr>
            <a:lvl5pPr marL="914400" indent="0">
              <a:lnSpc>
                <a:spcPct val="100000"/>
              </a:lnSpc>
              <a:buNone/>
              <a:defRPr sz="40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88597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524002"/>
            <a:ext cx="9198864" cy="2871216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40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3612-8941-41EA-ABBA-F717A06C8346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376672"/>
            <a:ext cx="9198864" cy="466344"/>
          </a:xfrm>
        </p:spPr>
        <p:txBody>
          <a:bodyPr>
            <a:normAutofit/>
          </a:bodyPr>
          <a:lstStyle>
            <a:lvl1pPr marL="0" indent="0">
              <a:buNone/>
              <a:defRPr sz="2200" b="1" cap="all" baseline="0">
                <a:solidFill>
                  <a:schemeClr val="accent1"/>
                </a:solidFill>
              </a:defRPr>
            </a:lvl1pPr>
            <a:lvl2pPr marL="228600" indent="0">
              <a:buNone/>
              <a:defRPr sz="2000" b="1" cap="all" baseline="0">
                <a:solidFill>
                  <a:schemeClr val="accent1"/>
                </a:solidFill>
              </a:defRPr>
            </a:lvl2pPr>
            <a:lvl3pPr marL="457200" indent="0">
              <a:buNone/>
              <a:defRPr sz="1800" b="1" cap="all" baseline="0">
                <a:solidFill>
                  <a:schemeClr val="accent1"/>
                </a:solidFill>
              </a:defRPr>
            </a:lvl3pPr>
            <a:lvl4pPr marL="685800" indent="0">
              <a:buNone/>
              <a:defRPr sz="1600" b="1" cap="all" baseline="0">
                <a:solidFill>
                  <a:schemeClr val="accent1"/>
                </a:solidFill>
              </a:defRPr>
            </a:lvl4pPr>
            <a:lvl5pPr marL="914400" indent="0">
              <a:buNone/>
              <a:defRPr sz="1400" b="1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6902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D41517-889E-CBB7-FD17-C5FECA783B2A}"/>
              </a:ext>
            </a:extLst>
          </p:cNvPr>
          <p:cNvSpPr/>
          <p:nvPr userDrawn="1"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1783080"/>
            <a:ext cx="8499079" cy="224942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CD22-E4B3-48A1-94CA-B89DB574ED80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124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1468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120640"/>
            <a:ext cx="5431536" cy="128930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cap="all" baseline="0" dirty="0"/>
            </a:lvl1pPr>
            <a:lvl2pPr marL="228600" indent="0">
              <a:buNone/>
              <a:defRPr lang="en-US" b="1" cap="all" baseline="0" dirty="0"/>
            </a:lvl2pPr>
            <a:lvl3pPr marL="457200" indent="0">
              <a:buNone/>
              <a:defRPr lang="en-US" b="1" cap="all" baseline="0" dirty="0"/>
            </a:lvl3pPr>
            <a:lvl4pPr marL="685800" indent="0">
              <a:buNone/>
              <a:defRPr lang="en-US" b="1" cap="all" baseline="0" dirty="0"/>
            </a:lvl4pPr>
            <a:lvl5pPr marL="914400" indent="0">
              <a:buNone/>
              <a:defRPr lang="en-US" b="1" cap="all" baseline="0" dirty="0"/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46691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38B47-093E-417D-A1C3-81EEF797AC69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609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0925D-4314-49E4-A383-289640FEB5E3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871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C59E0-667A-459A-BBD1-70DA72C3C576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400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C00B-2F01-4379-B0FD-8DA094C16FA4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3467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F103-9E7C-4D5A-827C-0D2D66EE1CD2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46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3" y="285210"/>
            <a:ext cx="10653578" cy="9651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1384847"/>
            <a:ext cx="10653579" cy="4905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1172" y="6490524"/>
            <a:ext cx="2841959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072E1B28-DB45-4001-B295-7D7933E04419}" type="datetime1">
              <a:rPr lang="en-US" smtClean="0"/>
              <a:t>3/27/2026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3370" y="6490524"/>
            <a:ext cx="2662834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8431" y="6490524"/>
            <a:ext cx="457200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09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740" r:id="rId3"/>
    <p:sldLayoutId id="2147483686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  <p:sldLayoutId id="2147483721" r:id="rId30"/>
    <p:sldLayoutId id="2147483722" r:id="rId31"/>
    <p:sldLayoutId id="2147483723" r:id="rId32"/>
    <p:sldLayoutId id="2147483724" r:id="rId33"/>
    <p:sldLayoutId id="2147483725" r:id="rId34"/>
    <p:sldLayoutId id="2147483726" r:id="rId35"/>
    <p:sldLayoutId id="2147483727" r:id="rId36"/>
    <p:sldLayoutId id="214748372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A38E9-D21E-DE68-38AC-F56AEA15B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681" y="1840693"/>
            <a:ext cx="7685140" cy="2621154"/>
          </a:xfrm>
        </p:spPr>
        <p:txBody>
          <a:bodyPr anchor="b">
            <a:normAutofit fontScale="90000"/>
          </a:bodyPr>
          <a:lstStyle/>
          <a:p>
            <a:r>
              <a:rPr lang="en-US" dirty="0"/>
              <a:t>APP Fraud and data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4D864-A6BD-C75F-9B88-BAB58775A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 anchor="t">
            <a:normAutofit/>
          </a:bodyPr>
          <a:lstStyle/>
          <a:p>
            <a:r>
              <a:rPr lang="en-US" dirty="0"/>
              <a:t>Presented by Micah Holmquist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3B60C5C2-A596-7FEB-7260-D4D75F7F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pPr lvl="0"/>
            <a:r>
              <a:rPr lang="en-US" sz="1400" noProof="0" dirty="0"/>
              <a:t>March 26, 2026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247F861-42CF-FE05-F8FD-7EBB0D76F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/>
          <a:lstStyle/>
          <a:p>
            <a:pPr lvl="0"/>
            <a:fld id="{84C450F2-3BB4-4AE4-8A35-A9D7AEA4C850}" type="slidenum">
              <a:rPr lang="en-US" noProof="0" smtClean="0"/>
              <a:pPr lvl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82614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133A0-1764-3DC0-A9D7-7733B04AF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616" y="1524002"/>
            <a:ext cx="9198864" cy="1904998"/>
          </a:xfrm>
        </p:spPr>
        <p:txBody>
          <a:bodyPr>
            <a:noAutofit/>
          </a:bodyPr>
          <a:lstStyle/>
          <a:p>
            <a:r>
              <a:rPr lang="en-US" sz="2800" dirty="0"/>
              <a:t>-Nigerian Prince Emails?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-A Call Explaining that you Need to Reset your Password?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-Texts Saying you Need to Pay a Bill Right Away?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C6822A-D1D9-EA6C-D8F4-6F6AB9565D1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99616" y="4208585"/>
            <a:ext cx="9198864" cy="1634431"/>
          </a:xfrm>
        </p:spPr>
        <p:txBody>
          <a:bodyPr>
            <a:normAutofit fontScale="25000" lnSpcReduction="20000"/>
          </a:bodyPr>
          <a:lstStyle/>
          <a:p>
            <a:pPr algn="ctr"/>
            <a:r>
              <a:rPr lang="en-US" sz="12800" dirty="0">
                <a:solidFill>
                  <a:srgbClr val="FF0000"/>
                </a:solidFill>
              </a:rPr>
              <a:t>These are all examples of Authorized Push Payment (APP) Fraud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7C8A9-3ADD-70A8-B9C7-245046BFA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035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255C6-1E2E-E4BD-2E9F-B3321C22A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C04E6-B771-F1FA-85F4-B7984DE55A8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Problem of APP Fraud</a:t>
            </a:r>
          </a:p>
          <a:p>
            <a:r>
              <a:rPr lang="en-US" dirty="0"/>
              <a:t>Dataset and Methods</a:t>
            </a:r>
          </a:p>
          <a:p>
            <a:r>
              <a:rPr lang="en-US" dirty="0"/>
              <a:t>What did we find out?</a:t>
            </a:r>
          </a:p>
          <a:p>
            <a:r>
              <a:rPr lang="en-US" dirty="0"/>
              <a:t>How can financial institutions use these findings?</a:t>
            </a:r>
          </a:p>
          <a:p>
            <a:r>
              <a:rPr lang="en-US" dirty="0"/>
              <a:t>Limitations of the findings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2CB8B4-AA33-F5B2-18D9-E9CA3D15F5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65" b="29947"/>
          <a:stretch>
            <a:fillRect/>
          </a:stretch>
        </p:blipFill>
        <p:spPr>
          <a:xfrm>
            <a:off x="20" y="10"/>
            <a:ext cx="11750020" cy="380623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noFill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DC894-A40D-FD0D-CF41-FEE5AF09B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523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750E1-014E-2F32-5FE0-025C27322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Problem of financial fraud</a:t>
            </a:r>
            <a:br>
              <a:rPr lang="en-US" dirty="0"/>
            </a:br>
            <a:r>
              <a:rPr lang="en-US" dirty="0"/>
              <a:t>(specifically APP Fraud)</a:t>
            </a:r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2F263922-51BE-C1FD-7F9E-F6BB7D25970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40" r="-1" b="7639"/>
          <a:stretch>
            <a:fillRect/>
          </a:stretch>
        </p:blipFill>
        <p:spPr>
          <a:xfrm>
            <a:off x="20" y="1828800"/>
            <a:ext cx="6707679" cy="5029200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B70B6-B9DD-8293-E045-C9E0BE21FEB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/>
              <a:t>Financial Fraud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/>
              <a:t>-Estimated to have been a $500 billion problem in 2023, and only growing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/>
              <a:t>APP Fraud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500" b="1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500" dirty="0"/>
              <a:t>-Estimated to have been a $8.3 Billion problem in the U.S. alone in 2024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500" dirty="0"/>
              <a:t>-Projected to rise to nearly $15 billion in the U.S. by 2028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/>
              <a:t>A Problem for Financial Institutions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lang="en-US" sz="15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500" dirty="0"/>
              <a:t>-Traditionally viewed as the fault of the scammer and victim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500" dirty="0"/>
              <a:t>-Increasingly seen as also a responsibility of financial Institutions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500" dirty="0"/>
              <a:t>-Reduces faith in financial institutions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lang="en-US" sz="15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FBC74-35D9-C062-A1B7-A5F83C6DD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27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B8A11-081E-2668-AA4D-64EB6260E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D8095-FB33-D02A-B702-EF7ABCCB3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39"/>
            <a:ext cx="6766560" cy="1297745"/>
          </a:xfrm>
        </p:spPr>
        <p:txBody>
          <a:bodyPr anchor="b">
            <a:normAutofit fontScale="90000"/>
          </a:bodyPr>
          <a:lstStyle/>
          <a:p>
            <a:r>
              <a:rPr lang="en-US" sz="3000" dirty="0"/>
              <a:t>Why APP Fraud is a particular problem for financial institutions?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5B8E7532-0CB6-DB98-DF97-08DA61CABA5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89" r="9789" b="1"/>
          <a:stretch>
            <a:fillRect/>
          </a:stretch>
        </p:blipFill>
        <p:spPr>
          <a:xfrm>
            <a:off x="20" y="10"/>
            <a:ext cx="4147906" cy="6399142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92680-F788-0AD1-928C-C6E4A59174F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723291"/>
            <a:ext cx="6766560" cy="3716217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/>
              <a:t>Detection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 dirty="0"/>
              <a:t>-Many of the traditional methods of detecting a suspicious transactions do not work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700" b="1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700" b="1" dirty="0"/>
              <a:t>Anything that Delays Transactions is Disliked by Transactors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lang="en-US" sz="17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700" dirty="0"/>
              <a:t>-Online Shopping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lang="en-US" sz="17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700" dirty="0"/>
              <a:t>-Brick and Mortar Shopping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lang="en-US" sz="17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700" dirty="0"/>
              <a:t>-Social Transfers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lang="en-US" sz="15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lang="en-US" sz="15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BACA9-FF45-7B80-EDD8-B79E3BE56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D2CF08-68A3-83E8-21FD-B7398312A8BA}"/>
              </a:ext>
            </a:extLst>
          </p:cNvPr>
          <p:cNvSpPr txBox="1"/>
          <p:nvPr/>
        </p:nvSpPr>
        <p:spPr>
          <a:xfrm>
            <a:off x="5759094" y="5545015"/>
            <a:ext cx="48885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>
                <a:solidFill>
                  <a:srgbClr val="FF0000"/>
                </a:solidFill>
              </a:rPr>
              <a:t>People Want to Make and Receive Payments FAST!</a:t>
            </a:r>
          </a:p>
        </p:txBody>
      </p:sp>
    </p:spTree>
    <p:extLst>
      <p:ext uri="{BB962C8B-B14F-4D97-AF65-F5344CB8AC3E}">
        <p14:creationId xmlns:p14="http://schemas.microsoft.com/office/powerpoint/2010/main" val="1906953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688C7-B7B4-C2D3-9B0D-F3D25E7ED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6230E-E892-0041-4F48-96882889B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39"/>
            <a:ext cx="6766560" cy="1297745"/>
          </a:xfrm>
        </p:spPr>
        <p:txBody>
          <a:bodyPr anchor="b">
            <a:normAutofit fontScale="90000"/>
          </a:bodyPr>
          <a:lstStyle/>
          <a:p>
            <a:r>
              <a:rPr lang="en-US" sz="3000" dirty="0"/>
              <a:t>Dataset</a:t>
            </a:r>
            <a:br>
              <a:rPr lang="en-US" sz="3000" dirty="0"/>
            </a:br>
            <a:br>
              <a:rPr lang="en-US" sz="3000" dirty="0"/>
            </a:b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92962-96A3-C6AA-218E-682A0F99E50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36431"/>
            <a:ext cx="6766560" cy="4103077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/>
              <a:t>Used synthetic dataset with 1 million transactions from Kaggle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500" b="1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/>
              <a:t>Randomly picked 40,000 transactions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500" b="1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/>
              <a:t>Split the 40,000 transactions into training (60%), validation (20%), and testing (20%)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500" b="1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 dirty="0"/>
              <a:t>Maintained a 3-to-1 split of non-suspicious to suspicious transactions in each subset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lang="en-US" sz="15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lang="en-US" sz="15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36B8B-3BB7-355C-A08F-A1B662D70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 dirty="0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21C7B191-34B9-6639-ADC9-136CEF58A39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40" r="21640"/>
          <a:stretch>
            <a:fillRect/>
          </a:stretch>
        </p:blipFill>
        <p:spPr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3313523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B626C-6F00-B782-16AE-F7E1C72CA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B5B6D-66B7-A06A-DF59-B9D1C283A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/>
          <a:p>
            <a:r>
              <a:rPr lang="en-US" dirty="0"/>
              <a:t>VARIABLES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5DACA-7C6C-274E-40AB-7FAF19748D3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4"/>
            <a:ext cx="7772400" cy="3085289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/>
              <a:t>Seventeen variables were used.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/>
              <a:t>One dependent variable: Suspicious transaction (or not)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/>
              <a:t>Sixteen independent variables were used make a determination on whether a transaction was suspicious or not.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/>
              <a:t> -Some independent variables were specifically related to the transaction, such as the length of a session where the transaction was requested and the amount of activity related to the transaction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/>
              <a:t>-Others related to the customer such as their housing status, income, and age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/>
              <a:t>The process used the independent variables (input) to decide whether a transaction was suspicious or not (output)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lang="en-US" sz="1100" dirty="0"/>
          </a:p>
        </p:txBody>
      </p:sp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FEA9DD77-9942-77E3-5FC8-016885C231E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04" b="8904"/>
          <a:stretch>
            <a:fillRect/>
          </a:stretch>
        </p:blipFill>
        <p:spPr>
          <a:xfrm>
            <a:off x="441960" y="3829349"/>
            <a:ext cx="11750040" cy="3028651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noFill/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D3C63-88FE-7685-A57D-11A4B661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518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22429-098F-337C-FBB1-6BC28249C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99914-26DA-43E0-ECFB-1C36EF583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39"/>
            <a:ext cx="6766560" cy="1297745"/>
          </a:xfrm>
        </p:spPr>
        <p:txBody>
          <a:bodyPr anchor="b">
            <a:normAutofit/>
          </a:bodyPr>
          <a:lstStyle/>
          <a:p>
            <a:r>
              <a:rPr lang="en-US" b="1" dirty="0"/>
              <a:t>Synthetic Data?</a:t>
            </a:r>
            <a:br>
              <a:rPr lang="en-US" dirty="0"/>
            </a:b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9E4D9-F714-C8C2-86AA-EDA9AF89CDD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36431"/>
            <a:ext cx="6766560" cy="5282083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Synthetic data is artificially generated information that mimics the properties and structure of real-world data but does not correspond to actual events or individuals.</a:t>
            </a:r>
          </a:p>
          <a:p>
            <a:r>
              <a:rPr lang="en-US" b="1" dirty="0"/>
              <a:t>Why Use Synthetic Data for Financial Fraud Detection Exercises?</a:t>
            </a:r>
          </a:p>
          <a:p>
            <a:pPr marL="0" indent="0">
              <a:buNone/>
            </a:pPr>
            <a:r>
              <a:rPr lang="en-US" b="1" dirty="0"/>
              <a:t>         -Privacy Protection:</a:t>
            </a:r>
            <a:r>
              <a:rPr lang="en-US" dirty="0"/>
              <a:t> Synthetic data avoids exposing sensitive customer information or confidential transactions.</a:t>
            </a:r>
          </a:p>
          <a:p>
            <a:pPr marL="0" lvl="0" indent="0">
              <a:buNone/>
            </a:pPr>
            <a:r>
              <a:rPr lang="en-US" b="1" dirty="0"/>
              <a:t>         -Data Availability:</a:t>
            </a:r>
            <a:r>
              <a:rPr lang="en-US" dirty="0"/>
              <a:t> It enables the creation of large, diverse datasets, even when real fraudulent transactions are rare or hard to access.</a:t>
            </a:r>
          </a:p>
          <a:p>
            <a:pPr marL="0" lvl="0" indent="0">
              <a:buNone/>
            </a:pPr>
            <a:r>
              <a:rPr lang="en-US" b="1" dirty="0"/>
              <a:t>         -Controlled Testing:</a:t>
            </a:r>
            <a:r>
              <a:rPr lang="en-US" dirty="0"/>
              <a:t> By designing specific fraud scenarios, synthetic data allows for targeted evaluation and robust training of fraud detection systems.</a:t>
            </a:r>
          </a:p>
          <a:p>
            <a:pPr marL="0" indent="0">
              <a:buNone/>
            </a:pPr>
            <a:r>
              <a:rPr lang="en-US" dirty="0"/>
              <a:t> </a:t>
            </a:r>
            <a:r>
              <a:rPr lang="en-US" sz="2300" b="1" dirty="0"/>
              <a:t>Using synthetic data allows safe, flexible, and effective development of fraud detection models without compromising real customers' privacy.</a:t>
            </a:r>
          </a:p>
          <a:p>
            <a:pPr marL="0" indent="0">
              <a:buNone/>
            </a:pPr>
            <a:r>
              <a:rPr lang="en-US" sz="2300" b="1" u="sng" dirty="0"/>
              <a:t>Any model used in the real world should be based on real-world data.</a:t>
            </a:r>
            <a:endParaRPr lang="en-US" sz="2300" b="1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lang="en-US" sz="15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lang="en-US" sz="15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lang="en-US" sz="15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383612-903A-44BB-17FE-44D0C9373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8380EDFB-1919-8588-B9AA-0660F293A5B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3" r="1383"/>
          <a:stretch>
            <a:fillRect/>
          </a:stretch>
        </p:blipFill>
        <p:spPr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1720425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0A2D7-7711-2905-4CCA-6DB47912F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FFC51-E16B-EDA3-4D09-4DA13412C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5400" b="1" dirty="0"/>
              <a:t>Methods</a:t>
            </a:r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09091764-1809-E715-7AFE-E3FFAAB6917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72"/>
          <a:stretch>
            <a:fillRect/>
          </a:stretch>
        </p:blipFill>
        <p:spPr>
          <a:xfrm>
            <a:off x="20" y="1828800"/>
            <a:ext cx="6707679" cy="5029200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7625E-384E-F7CB-5E83-C910CF6F4C4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/>
              <a:t>1) Decision Tree</a:t>
            </a:r>
          </a:p>
          <a:p>
            <a:pPr marL="0" indent="0">
              <a:lnSpc>
                <a:spcPct val="110000"/>
              </a:lnSpc>
              <a:buNone/>
            </a:pPr>
            <a:endParaRPr lang="en-US" sz="3200" b="1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/>
              <a:t>2) Random Forest</a:t>
            </a:r>
          </a:p>
          <a:p>
            <a:pPr marL="0" indent="0">
              <a:lnSpc>
                <a:spcPct val="110000"/>
              </a:lnSpc>
              <a:buNone/>
            </a:pPr>
            <a:endParaRPr lang="en-US" sz="3200" b="1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/>
              <a:t>3) K-Nearest Neighbors (KNN)</a:t>
            </a:r>
            <a:endParaRPr lang="en-US" sz="32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lang="en-US" sz="15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lang="en-US" sz="15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7BB2D-8648-E999-DD64-93FBC46A6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250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D2400-94AD-31F6-37F1-0D9392194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B50A7-8097-B5C9-4E58-9ED8D14AD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Results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20D08B-C7CA-70C3-F459-4B8F8CFD3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10</a:t>
            </a:fld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AFB33057-81D3-3574-C9A3-E89027A186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0472480"/>
              </p:ext>
            </p:extLst>
          </p:nvPr>
        </p:nvGraphicFramePr>
        <p:xfrm>
          <a:off x="457200" y="1384300"/>
          <a:ext cx="11098213" cy="29808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2471">
                  <a:extLst>
                    <a:ext uri="{9D8B030D-6E8A-4147-A177-3AD203B41FA5}">
                      <a16:colId xmlns:a16="http://schemas.microsoft.com/office/drawing/2014/main" val="2791632984"/>
                    </a:ext>
                  </a:extLst>
                </a:gridCol>
                <a:gridCol w="3707871">
                  <a:extLst>
                    <a:ext uri="{9D8B030D-6E8A-4147-A177-3AD203B41FA5}">
                      <a16:colId xmlns:a16="http://schemas.microsoft.com/office/drawing/2014/main" val="3404842190"/>
                    </a:ext>
                  </a:extLst>
                </a:gridCol>
                <a:gridCol w="3707871">
                  <a:extLst>
                    <a:ext uri="{9D8B030D-6E8A-4147-A177-3AD203B41FA5}">
                      <a16:colId xmlns:a16="http://schemas.microsoft.com/office/drawing/2014/main" val="1506753767"/>
                    </a:ext>
                  </a:extLst>
                </a:gridCol>
              </a:tblGrid>
              <a:tr h="1194150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Area Under the Curve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3966861"/>
                  </a:ext>
                </a:extLst>
              </a:tr>
              <a:tr h="792897">
                <a:tc>
                  <a:txBody>
                    <a:bodyPr/>
                    <a:lstStyle/>
                    <a:p>
                      <a:r>
                        <a:rPr lang="en-US" dirty="0"/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0.7622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0.6081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1370828"/>
                  </a:ext>
                </a:extLst>
              </a:tr>
              <a:tr h="55410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u="none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0.8090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u="none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0.8054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181706"/>
                  </a:ext>
                </a:extLst>
              </a:tr>
              <a:tr h="439724">
                <a:tc>
                  <a:txBody>
                    <a:bodyPr/>
                    <a:lstStyle/>
                    <a:p>
                      <a:r>
                        <a:rPr lang="en-US" dirty="0"/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0.7986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814204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16FE9D3-3DAF-E177-E236-31E7AD0CF0DF}"/>
              </a:ext>
            </a:extLst>
          </p:cNvPr>
          <p:cNvSpPr txBox="1"/>
          <p:nvPr/>
        </p:nvSpPr>
        <p:spPr>
          <a:xfrm>
            <a:off x="2612571" y="4942115"/>
            <a:ext cx="73168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/>
              <a:t>A higher score is better score in both metrics.</a:t>
            </a:r>
          </a:p>
          <a:p>
            <a:pPr algn="ctr"/>
            <a:endParaRPr lang="en-US" sz="2400" u="sng" dirty="0"/>
          </a:p>
          <a:p>
            <a:pPr algn="ctr"/>
            <a:r>
              <a:rPr lang="en-US" sz="2400" u="sng" dirty="0"/>
              <a:t>Random Forest performs the best and at a level better than just labeling everything non-suspicious</a:t>
            </a:r>
          </a:p>
        </p:txBody>
      </p:sp>
    </p:spTree>
    <p:extLst>
      <p:ext uri="{BB962C8B-B14F-4D97-AF65-F5344CB8AC3E}">
        <p14:creationId xmlns:p14="http://schemas.microsoft.com/office/powerpoint/2010/main" val="1384372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8C558-26AD-2113-C631-62FD2C168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20F00-CA58-9E9F-A2A3-9938027D7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273" y="320039"/>
            <a:ext cx="10614363" cy="1462462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US" sz="3000" dirty="0"/>
              <a:t>The Elements that Make up the Random Forest Model</a:t>
            </a:r>
            <a:br>
              <a:rPr lang="en-US" sz="3000" dirty="0"/>
            </a:br>
            <a:br>
              <a:rPr lang="en-US" sz="3000" dirty="0"/>
            </a:b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E0431-B68B-564B-929B-2B77F88FADE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81418" y="1336431"/>
            <a:ext cx="4005218" cy="4960197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The higher the score, the greater the impact of removing a variable on the model</a:t>
            </a:r>
            <a:endParaRPr lang="en-US" dirty="0"/>
          </a:p>
          <a:p>
            <a:r>
              <a:rPr lang="en-US" b="1" dirty="0"/>
              <a:t>Variables that have the greatest impact include both those relating to: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        -Customer’s identity: </a:t>
            </a:r>
            <a:r>
              <a:rPr lang="en-US" dirty="0"/>
              <a:t>housing status, credit score and limits, income</a:t>
            </a:r>
          </a:p>
          <a:p>
            <a:pPr marL="0" indent="0">
              <a:buNone/>
            </a:pPr>
            <a:r>
              <a:rPr lang="en-US" b="1" dirty="0"/>
              <a:t>        -The Transaction itself: </a:t>
            </a:r>
            <a:r>
              <a:rPr lang="en-US" dirty="0"/>
              <a:t>frequency of activity related to the transaction</a:t>
            </a:r>
          </a:p>
          <a:p>
            <a:pPr marL="0" indent="0">
              <a:buNone/>
            </a:pPr>
            <a:r>
              <a:rPr lang="en-US" b="1" dirty="0"/>
              <a:t>It should be stressed that correlation and not causation has been established</a:t>
            </a:r>
            <a:endParaRPr lang="en-US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lang="en-US" sz="15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F674E9-2447-8012-E659-8738F9978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197B9B-510D-4E98-F7ED-9FC1771F66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269877"/>
            <a:ext cx="6649464" cy="440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688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2C7DD-34DC-8ECE-607B-6B3E2742D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21B0D-0408-EDBB-003D-EE26664C7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>
            <a:normAutofit/>
          </a:bodyPr>
          <a:lstStyle/>
          <a:p>
            <a:r>
              <a:rPr lang="en-US" sz="2000" b="1" dirty="0"/>
              <a:t>So how can this be used by financial institutions?</a:t>
            </a:r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2C0D2-B55B-ABAF-4778-AED1AC3EFE1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>
            <a:normAutofit/>
          </a:bodyPr>
          <a:lstStyle/>
          <a:p>
            <a:pPr marL="342900" indent="-342900">
              <a:buAutoNum type="arabicParenR"/>
            </a:pPr>
            <a:r>
              <a:rPr lang="en-US" b="1" dirty="0"/>
              <a:t>It shows that these techniques can produce an improved model </a:t>
            </a:r>
          </a:p>
          <a:p>
            <a:pPr marL="342900" indent="-342900">
              <a:buAutoNum type="arabicParenR"/>
            </a:pPr>
            <a:r>
              <a:rPr lang="en-US" b="1" dirty="0"/>
              <a:t>Resources can be allocated to higher risk transactions</a:t>
            </a:r>
          </a:p>
          <a:p>
            <a:pPr marL="342900" indent="-342900">
              <a:buAutoNum type="arabicParenR"/>
            </a:pPr>
            <a:r>
              <a:rPr lang="en-US" b="1" dirty="0"/>
              <a:t>Customers at higher risk can be targeted for education on APP fraud, including in real time</a:t>
            </a:r>
            <a:endParaRPr lang="en-US" dirty="0"/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endParaRPr lang="en-US" dirty="0"/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endParaRPr lang="en-US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9D78B12D-3BC5-F207-4132-1F2E58DEE10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988" b="1"/>
          <a:stretch>
            <a:fillRect/>
          </a:stretch>
        </p:blipFill>
        <p:spPr>
          <a:xfrm>
            <a:off x="4502843" y="2"/>
            <a:ext cx="7689157" cy="6399151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noFill/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9839DC-04CC-3FAF-C4E9-31E11B26C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573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FF2FC-AAD9-2865-BF34-8242DB3A0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A9A92-6A69-943D-DE75-E5BDFD0BB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>
            <a:normAutofit/>
          </a:bodyPr>
          <a:lstStyle/>
          <a:p>
            <a:r>
              <a:rPr lang="en-US" sz="3000" b="1" dirty="0"/>
              <a:t>Limitations 	</a:t>
            </a:r>
            <a:br>
              <a:rPr lang="en-US" sz="3000" dirty="0"/>
            </a:br>
            <a:br>
              <a:rPr lang="en-US" sz="3000" dirty="0"/>
            </a:br>
            <a:endParaRPr lang="en-US" sz="3000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4C913EF9-954E-7CC3-29C6-0E14720737F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7557"/>
          <a:stretch>
            <a:fillRect/>
          </a:stretch>
        </p:blipFill>
        <p:spPr>
          <a:xfrm>
            <a:off x="20" y="10"/>
            <a:ext cx="7734280" cy="6399142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A3ECD-4B34-9AE6-B5D9-7BE2D94E75F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1367028"/>
            <a:ext cx="3401568" cy="5052412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AutoNum type="arabicParenR"/>
            </a:pPr>
            <a:r>
              <a:rPr lang="en-US" b="1" dirty="0"/>
              <a:t>Results may differ if real world data is used</a:t>
            </a:r>
          </a:p>
          <a:p>
            <a:pPr marL="342900" indent="-342900">
              <a:buAutoNum type="arabicParenR"/>
            </a:pPr>
            <a:r>
              <a:rPr lang="en-US" b="1" dirty="0"/>
              <a:t>APP fraud techniques are fast evolving, so any model would have to be regularly updated</a:t>
            </a:r>
          </a:p>
          <a:p>
            <a:pPr marL="342900" indent="-342900">
              <a:buAutoNum type="arabicParenR"/>
            </a:pPr>
            <a:r>
              <a:rPr lang="en-US" b="1" dirty="0"/>
              <a:t>Certain factors can be related to social phenomenon and thus should be handled with care</a:t>
            </a:r>
          </a:p>
          <a:p>
            <a:pPr marL="342900" indent="-342900">
              <a:buAutoNum type="arabicParenR"/>
            </a:pPr>
            <a:r>
              <a:rPr lang="en-US" b="1" dirty="0"/>
              <a:t>How much in the way of slowed transactions can be justified is not something data analysis can answer</a:t>
            </a:r>
          </a:p>
          <a:p>
            <a:pPr marL="342900" indent="-342900">
              <a:buAutoNum type="arabicParenR"/>
            </a:pPr>
            <a:endParaRPr lang="en-US" dirty="0"/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D70426-87A8-FE2F-9164-C846930D6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794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447FF-072F-6583-C6D0-4C577CD99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48D86-8843-70FC-BE34-8E5B59DF3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>
            <a:normAutofit fontScale="90000"/>
          </a:bodyPr>
          <a:lstStyle/>
          <a:p>
            <a:r>
              <a:rPr lang="en-US" sz="3000" b="1" dirty="0"/>
              <a:t>But the possibilities are great 	</a:t>
            </a:r>
            <a:br>
              <a:rPr lang="en-US" sz="3000" dirty="0"/>
            </a:br>
            <a:br>
              <a:rPr lang="en-US" sz="3000" dirty="0"/>
            </a:b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0949B-0E1D-E2C9-CBD5-3AFBA1C7D11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10000"/>
              </a:lnSpc>
              <a:buAutoNum type="arabicParenR"/>
            </a:pPr>
            <a:r>
              <a:rPr lang="en-US" sz="1500" b="1" dirty="0"/>
              <a:t>Financial Institutions have an obligation to combat APP Fraud</a:t>
            </a:r>
          </a:p>
          <a:p>
            <a:pPr marL="342900" indent="-342900">
              <a:lnSpc>
                <a:spcPct val="110000"/>
              </a:lnSpc>
              <a:buAutoNum type="arabicParenR"/>
            </a:pPr>
            <a:r>
              <a:rPr lang="en-US" sz="1500" b="1" dirty="0"/>
              <a:t>Data analytics are a critical part of any attempt to identify transactions that are more likely to be APP fraud</a:t>
            </a:r>
          </a:p>
          <a:p>
            <a:pPr marL="342900" indent="-342900">
              <a:lnSpc>
                <a:spcPct val="110000"/>
              </a:lnSpc>
              <a:buAutoNum type="arabicParenR"/>
            </a:pPr>
            <a:r>
              <a:rPr lang="en-US" sz="1500" b="1" dirty="0"/>
              <a:t>Leadership at institutions ultimately are the ones who will determine how  the results of data analytics are used</a:t>
            </a:r>
          </a:p>
          <a:p>
            <a:pPr marL="342900" indent="-342900">
              <a:lnSpc>
                <a:spcPct val="110000"/>
              </a:lnSpc>
              <a:buAutoNum type="arabicParenR"/>
            </a:pPr>
            <a:r>
              <a:rPr lang="en-US" sz="1500" b="1" dirty="0"/>
              <a:t>Any questions?</a:t>
            </a:r>
          </a:p>
          <a:p>
            <a:pPr marL="342900" indent="-342900">
              <a:lnSpc>
                <a:spcPct val="110000"/>
              </a:lnSpc>
              <a:buAutoNum type="arabicParenR"/>
            </a:pPr>
            <a:endParaRPr lang="en-US" sz="1500" b="1" dirty="0"/>
          </a:p>
          <a:p>
            <a:pPr marL="342900" indent="-342900">
              <a:lnSpc>
                <a:spcPct val="110000"/>
              </a:lnSpc>
              <a:buAutoNum type="arabicParenR"/>
            </a:pPr>
            <a:endParaRPr lang="en-US" sz="15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lang="en-US" sz="1500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4153F4F8-1FE2-6281-EB4D-3A9751397DF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794" b="1"/>
          <a:stretch>
            <a:fillRect/>
          </a:stretch>
        </p:blipFill>
        <p:spPr>
          <a:xfrm>
            <a:off x="4502843" y="2"/>
            <a:ext cx="7689157" cy="6399151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noFill/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A4EFB1-E529-8D8C-2A60-C67832DC2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8431" y="6490524"/>
            <a:ext cx="457200" cy="33614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72348"/>
      </p:ext>
    </p:extLst>
  </p:cSld>
  <p:clrMapOvr>
    <a:masterClrMapping/>
  </p:clrMapOvr>
</p:sld>
</file>

<file path=ppt/theme/theme1.xml><?xml version="1.0" encoding="utf-8"?>
<a:theme xmlns:a="http://schemas.openxmlformats.org/drawingml/2006/main" name="OasisVTI">
  <a:themeElements>
    <a:clrScheme name="Oasis">
      <a:dk1>
        <a:srgbClr val="131313"/>
      </a:dk1>
      <a:lt1>
        <a:sysClr val="window" lastClr="FFFFFF"/>
      </a:lt1>
      <a:dk2>
        <a:srgbClr val="3D3C33"/>
      </a:dk2>
      <a:lt2>
        <a:srgbClr val="F0EDE6"/>
      </a:lt2>
      <a:accent1>
        <a:srgbClr val="A57361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_win32_DN_V3" id="{65F5DFDA-B6D8-4F37-85B8-E95C858FA146}" vid="{998F2FB7-179B-41D4-99FF-60A4C828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6282DC-5D67-4C19-9A05-C65D9BF7BC7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3667383-B7F3-43FC-8965-135FDDEABCC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135656-72CC-4564-823F-B30D029964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{90050CB7-25F1-4FE4-98E6-DAA6DB820E96}05f950ec-c865-457c-93ae-9eb2ef1c603f-TFa19fa653-f273-4169-96ef-448bb1cd1027_win32</Template>
  <TotalTime>1894</TotalTime>
  <Words>853</Words>
  <Application>Microsoft Office PowerPoint</Application>
  <PresentationFormat>Widescreen</PresentationFormat>
  <Paragraphs>118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Neue Haas Grotesk Text Pro</vt:lpstr>
      <vt:lpstr>OasisVTI</vt:lpstr>
      <vt:lpstr>APP Fraud and data analytics</vt:lpstr>
      <vt:lpstr>-Nigerian Prince Emails?  -A Call Explaining that you Need to Reset your Password?  -Texts Saying you Need to Pay a Bill Right Away?</vt:lpstr>
      <vt:lpstr>Outline</vt:lpstr>
      <vt:lpstr>Problem of financial fraud (specifically APP Fraud)</vt:lpstr>
      <vt:lpstr>Why APP Fraud is a particular problem for financial institutions?</vt:lpstr>
      <vt:lpstr>Dataset  </vt:lpstr>
      <vt:lpstr>VARIABLES  </vt:lpstr>
      <vt:lpstr>Synthetic Data? </vt:lpstr>
      <vt:lpstr>Methods  </vt:lpstr>
      <vt:lpstr>Results</vt:lpstr>
      <vt:lpstr>The Elements that Make up the Random Forest Model  </vt:lpstr>
      <vt:lpstr>So how can this be used by financial institutions?  </vt:lpstr>
      <vt:lpstr>Limitations    </vt:lpstr>
      <vt:lpstr>But the possibilities are great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micah holmquist</dc:creator>
  <cp:lastModifiedBy>micah holmquist</cp:lastModifiedBy>
  <cp:revision>3</cp:revision>
  <dcterms:created xsi:type="dcterms:W3CDTF">2026-03-23T15:56:04Z</dcterms:created>
  <dcterms:modified xsi:type="dcterms:W3CDTF">2026-03-27T19:23:20Z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